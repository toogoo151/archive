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08" y="-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DE8FC-4778-49FD-9256-9FE79BB5C25A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43C3C-4086-42D1-88FA-28179DEC1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44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DE8FC-4778-49FD-9256-9FE79BB5C25A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43C3C-4086-42D1-88FA-28179DEC1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95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DE8FC-4778-49FD-9256-9FE79BB5C25A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43C3C-4086-42D1-88FA-28179DEC1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6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DE8FC-4778-49FD-9256-9FE79BB5C25A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43C3C-4086-42D1-88FA-28179DEC1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1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DE8FC-4778-49FD-9256-9FE79BB5C25A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43C3C-4086-42D1-88FA-28179DEC1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31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DE8FC-4778-49FD-9256-9FE79BB5C25A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43C3C-4086-42D1-88FA-28179DEC1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78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DE8FC-4778-49FD-9256-9FE79BB5C25A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43C3C-4086-42D1-88FA-28179DEC1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9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DE8FC-4778-49FD-9256-9FE79BB5C25A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43C3C-4086-42D1-88FA-28179DEC1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43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DE8FC-4778-49FD-9256-9FE79BB5C25A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43C3C-4086-42D1-88FA-28179DEC1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03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DE8FC-4778-49FD-9256-9FE79BB5C25A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43C3C-4086-42D1-88FA-28179DEC1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94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DE8FC-4778-49FD-9256-9FE79BB5C25A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43C3C-4086-42D1-88FA-28179DEC1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46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DE8FC-4778-49FD-9256-9FE79BB5C25A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43C3C-4086-42D1-88FA-28179DEC1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25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web2024\psod\public\images\бүдүүвч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9144000" cy="633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307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307" y="1138535"/>
            <a:ext cx="6248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mn-MN" dirty="0" smtClean="0">
                <a:latin typeface="Arial" pitchFamily="34" charset="0"/>
                <a:cs typeface="Arial" pitchFamily="34" charset="0"/>
              </a:rPr>
              <a:t>Орхон зангилгаанаас УХБ хүртэл шилэн кабелиар, орхон зангилгаанаас УХБ хүртэл ХНТ-өөр дайрууллан УХБ хүртэл  шилэн кабелиар хангана. Шилэн кабель гэмтсэн үед ангийн байрлалаас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HARRIS RF-7800 </a:t>
            </a:r>
            <a:r>
              <a:rPr lang="mn-MN" dirty="0" smtClean="0">
                <a:latin typeface="Arial" pitchFamily="34" charset="0"/>
                <a:cs typeface="Arial" pitchFamily="34" charset="0"/>
              </a:rPr>
              <a:t> антеннаа</a:t>
            </a:r>
            <a:r>
              <a:rPr lang="mn-MN" dirty="0" smtClean="0">
                <a:latin typeface="Arial" pitchFamily="34" charset="0"/>
                <a:cs typeface="Arial" pitchFamily="34" charset="0"/>
              </a:rPr>
              <a:t>р дахин дамжуулж  радио релений сувгаар өгөгдөлийн холбоо хангана.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4572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n-MN" dirty="0" smtClean="0">
                <a:latin typeface="Arial" pitchFamily="34" charset="0"/>
                <a:cs typeface="Arial" pitchFamily="34" charset="0"/>
              </a:rPr>
              <a:t>УХБ-ны өгөгдөлийн холбоог хангахдаа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786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E:\web2024\psod\public\images\t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91440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124200" y="45720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Arial" pitchFamily="34" charset="0"/>
                <a:cs typeface="Arial" pitchFamily="34" charset="0"/>
              </a:rPr>
              <a:t>HARRIS RF</a:t>
            </a:r>
            <a:r>
              <a:rPr lang="en-US" dirty="0" smtClean="0"/>
              <a:t>-7800 </a:t>
            </a:r>
            <a:r>
              <a:rPr lang="mn-MN" dirty="0" smtClean="0"/>
              <a:t> антенн</a:t>
            </a:r>
          </a:p>
        </p:txBody>
      </p:sp>
    </p:spTree>
    <p:extLst>
      <p:ext uri="{BB962C8B-B14F-4D97-AF65-F5344CB8AC3E}">
        <p14:creationId xmlns:p14="http://schemas.microsoft.com/office/powerpoint/2010/main" val="242659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44</Words>
  <Application>Microsoft Office PowerPoint</Application>
  <PresentationFormat>On-screen Show 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tuguldur</dc:creator>
  <cp:lastModifiedBy>tuguldur</cp:lastModifiedBy>
  <cp:revision>6</cp:revision>
  <dcterms:created xsi:type="dcterms:W3CDTF">2024-03-19T15:11:17Z</dcterms:created>
  <dcterms:modified xsi:type="dcterms:W3CDTF">2024-03-19T15:54:30Z</dcterms:modified>
</cp:coreProperties>
</file>